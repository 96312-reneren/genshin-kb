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2F3E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64008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《原神》内容观察报告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108749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8E1CE"/>
                </a:solidFill>
                <a:latin typeface="Microsoft YaHei"/>
                <a:ea typeface="Microsoft YaHei"/>
                <a:cs typeface="Microsoft YaHei"/>
              </a:rPr>
              <a:t>2026年5月至10月运营内容分析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54680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逐条概括 local/qwen3:8b    报告与文案 local/qwen3:8b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84448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本材料由大模型基于使用者本人提供的材料自动生成，未经人工逐条核实，不代表任何官方发布。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108749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C0944C"/>
                </a:solidFill>
                <a:latin typeface="Microsoft YaHei"/>
                <a:ea typeface="Microsoft YaHei"/>
                <a:cs typeface="Microsoft YaHei"/>
              </a:rPr>
              <a:t>公告 5 条　活动 2 条　资讯 4 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72784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材料：粘贴文本    ｜    11 条    ｜    材料由使用者本人提供并拖入本应用；内容与相关商标版权归原权利人所有，仅作个人作品展示与非商业研究用途。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91440" cy="530352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数据速览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024128"/>
            <a:ext cx="106372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以下数字由程序从时间轴直接算出，不经过模型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27048"/>
            <a:ext cx="2512999" cy="13716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2512999" cy="50292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21472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2147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条内容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5687" y="1527048"/>
            <a:ext cx="2512999" cy="13716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5687" y="1527048"/>
            <a:ext cx="2512999" cy="50292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8567" y="1764792"/>
            <a:ext cx="21472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137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8567" y="2441448"/>
            <a:ext cx="2147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天跨度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527048"/>
            <a:ext cx="2512999" cy="13716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527048"/>
            <a:ext cx="2512999" cy="50292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1764792"/>
            <a:ext cx="21472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0.51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2441448"/>
            <a:ext cx="2147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条 / 周（平均）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0327" y="1527048"/>
            <a:ext cx="2512999" cy="13716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20327" y="1527048"/>
            <a:ext cx="2512999" cy="50292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3207" y="1764792"/>
            <a:ext cx="21472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3207" y="2441448"/>
            <a:ext cx="2147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个版本节点</a:t>
            </a:r>
          </a:p>
        </p:txBody>
      </p:sp>
      <p:pic>
        <p:nvPicPr>
          <p:cNvPr id="21" name="Picture 20" descr="gen-by-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145536"/>
            <a:ext cx="5806440" cy="255483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66560" y="32186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节奏特征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767328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相邻内容间隔中位数 17 天，最长空窗 21 天。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发布最集中的一个月是 2026-06（2 条），时间轴共覆盖 6 个月。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条目里最多的是公告（5 条）；版本节点 4 个。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272784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材料：粘贴文本    ｜    11 条    ｜    材料由使用者本人提供并拖入本应用；内容与相关商标版权归原权利人所有，仅作个人作品展示与非商业研究用途。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91440" cy="530352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时间轴事件线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024128"/>
            <a:ext cx="106372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每条内容按发布时间落在对应类别上</a:t>
            </a:r>
          </a:p>
        </p:txBody>
      </p:sp>
      <p:pic>
        <p:nvPicPr>
          <p:cNvPr id="5" name="Picture 4" descr="gen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10874959" cy="3117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910328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三条泳道分别是公告 / 活动 / 资讯；点越密，发布越集中。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72784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材料：粘贴文本    ｜    11 条    ｜    材料由使用者本人提供并拖入本应用；内容与相关商标版权归原权利人所有，仅作个人作品展示与非商业研究用途。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91440" cy="530352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三类内容分布</a:t>
            </a:r>
          </a:p>
        </p:txBody>
      </p:sp>
      <p:pic>
        <p:nvPicPr>
          <p:cNvPr id="4" name="Picture 3" descr="gen-by-k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01368"/>
            <a:ext cx="5303520" cy="20153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61848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为什么混成一条时间轴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50008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三类材料由使用者一次性投喂，排在一起才看得出运营节奏。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类别只作为节点标签，不做分区罗列。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2026-06 的 2 条是这段材料里的密度高点，只有混排才一眼看得出来。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72784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材料：粘贴文本    ｜    11 条    ｜    材料由使用者本人提供并拖入本应用；内容与相关商标版权归原权利人所有，仅作个人作品展示与非商业研究用途。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91440" cy="530352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整体概况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18927" y="457200"/>
            <a:ext cx="914400" cy="457200"/>
          </a:xfrm>
          <a:prstGeom prst="roundRect">
            <a:avLst/>
          </a:prstGeom>
          <a:solidFill>
            <a:srgbClr val="F0EA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  <a:r>
              <a:rPr sz="1400" b="1">
                <a:solidFill>
                  <a:srgbClr val="C0944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01368"/>
            <a:ext cx="1032631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2026年5月至10月共发布11条运营内容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内容涵盖版本更新、活动、资讯等多类形式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时间跨度为137天，运营节奏紧凑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各条目间隔中位数为17天，最长间隔21天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72784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材料：粘贴文本    ｜    11 条    ｜    材料由使用者本人提供并拖入本应用；内容与相关商标版权归原权利人所有，仅作个人作品展示与非商业研究用途。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91440" cy="530352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分类观察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18927" y="457200"/>
            <a:ext cx="914400" cy="457200"/>
          </a:xfrm>
          <a:prstGeom prst="roundRect">
            <a:avLst/>
          </a:prstGeom>
          <a:solidFill>
            <a:srgbClr val="F0EA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  <a:r>
              <a:rPr sz="1400" b="1">
                <a:solidFill>
                  <a:srgbClr val="C0944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01368"/>
            <a:ext cx="1032631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公告类内容占比最高，共5条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多集中在版本更新和系统维护方面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活动类内容仅2条，均与玩家参与度提升相关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资讯类内容数量最多，共4条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72784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材料：粘贴文本    ｜    11 条    ｜    材料由使用者本人提供并拖入本应用；内容与相关商标版权归原权利人所有，仅作个人作品展示与非商业研究用途。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91440" cy="530352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主题与脉络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18927" y="457200"/>
            <a:ext cx="914400" cy="457200"/>
          </a:xfrm>
          <a:prstGeom prst="roundRect">
            <a:avLst/>
          </a:prstGeom>
          <a:solidFill>
            <a:srgbClr val="F0EA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  <a:r>
              <a:rPr sz="1400" b="1">
                <a:solidFill>
                  <a:srgbClr val="C0944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01368"/>
            <a:ext cx="1032631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运营内容以版本更新为核心，贯穿整个时间轴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涵盖5.6至6.0版本的更新说明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六周年庆典活动与相关资讯同步推出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整体内容围绕版本迭代、玩家活动和运营策略展开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72784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材料：粘贴文本    ｜    11 条    ｜    材料由使用者本人提供并拖入本应用；内容与相关商标版权归原权利人所有，仅作个人作品展示与非商业研究用途。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91440" cy="530352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节奏观察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18927" y="457200"/>
            <a:ext cx="914400" cy="457200"/>
          </a:xfrm>
          <a:prstGeom prst="roundRect">
            <a:avLst/>
          </a:prstGeom>
          <a:solidFill>
            <a:srgbClr val="F0EA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  <a:r>
              <a:rPr sz="1400" b="1">
                <a:solidFill>
                  <a:srgbClr val="C0944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01368"/>
            <a:ext cx="1032631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运营内容在时间分布上较为均匀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平均每条间隔约12天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周三发布内容最多，周二和周四次之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版本更新与其他内容交替进行，保持稳定节奏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72784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材料：粘贴文本    ｜    11 条    ｜    材料由使用者本人提供并拖入本应用；内容与相关商标版权归原权利人所有，仅作个人作品展示与非商业研究用途。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91440" cy="530352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版本节点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01368"/>
            <a:ext cx="1087495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5.6：1 条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5.7：1 条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5.8：2 条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6.0：1 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0"/>
            <a:ext cx="108749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全部 11 条明细见随附的 report.docx 与 timeline.md。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72784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材料：粘贴文本    ｜    11 条    ｜    材料由使用者本人提供并拖入本应用；内容与相关商标版权归原权利人所有，仅作个人作品展示与非商业研究用途。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91440" cy="530352"/>
          </a:xfrm>
          <a:prstGeom prst="rect">
            <a:avLst/>
          </a:prstGeom>
          <a:solidFill>
            <a:srgbClr val="C094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47472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F3E5E"/>
                </a:solidFill>
                <a:latin typeface="Microsoft YaHei"/>
                <a:ea typeface="Microsoft YaHei"/>
                <a:cs typeface="Microsoft YaHei"/>
              </a:rPr>
              <a:t>数据来源与合规声明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09928"/>
            <a:ext cx="1087495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材料：粘贴文本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主题：《原神》｜材料由使用者本人提供，共 1 份。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本材料由大模型自动生成，未经人工逐条核实，不代表任何官方发布。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材料内容与相关商标版权归原权利人所有，此处仅作个人作品展示与非商业研究用途。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本应用不访问任何网络接口、不抓取任何站点、不使用任何游戏客户端文件。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52A38"/>
                </a:solidFill>
                <a:latin typeface="Microsoft YaHei"/>
                <a:ea typeface="Microsoft YaHei"/>
                <a:cs typeface="Microsoft YaHei"/>
              </a:rPr>
              <a:t>· 全文图表均由本地程序按数据生成，未内嵌任何官方美术素材或外链图片。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72784"/>
            <a:ext cx="1087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6B7284"/>
                </a:solidFill>
                <a:latin typeface="Microsoft YaHei"/>
                <a:ea typeface="Microsoft YaHei"/>
                <a:cs typeface="Microsoft YaHei"/>
              </a:rPr>
              <a:t>材料：粘贴文本    ｜    11 条    ｜    材料由使用者本人提供并拖入本应用；内容与相关商标版权归原权利人所有，仅作个人作品展示与非商业研究用途。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